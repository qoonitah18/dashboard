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36" d="100"/>
          <a:sy n="36" d="100"/>
        </p:scale>
        <p:origin x="9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B1147E15-3984-4007-BB2E-373426EA8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798"/>
            <a:ext cx="12192000" cy="612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Putri Qoonitah Dewi</cp:lastModifiedBy>
  <cp:revision>1</cp:revision>
  <dcterms:created xsi:type="dcterms:W3CDTF">2025-10-07T14:49:48Z</dcterms:created>
  <dcterms:modified xsi:type="dcterms:W3CDTF">2025-10-07T14:50:26Z</dcterms:modified>
</cp:coreProperties>
</file>